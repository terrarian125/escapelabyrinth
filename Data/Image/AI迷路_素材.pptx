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792003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>
        <p:scale>
          <a:sx n="33" d="100"/>
          <a:sy n="33" d="100"/>
        </p:scale>
        <p:origin x="319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61EE1-9167-45B0-BE9A-94C2F7A7EF8F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79688" y="1143000"/>
            <a:ext cx="169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176E5-FDB4-4ACD-AE31-4BFF3DC03C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62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561F56B-74D6-3E79-6D27-A2494E3F641D}"/>
              </a:ext>
            </a:extLst>
          </p:cNvPr>
          <p:cNvSpPr/>
          <p:nvPr userDrawn="1"/>
        </p:nvSpPr>
        <p:spPr>
          <a:xfrm>
            <a:off x="523457" y="960120"/>
            <a:ext cx="6788944" cy="222504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265423-84CB-015A-8084-B25F4398B1F9}"/>
              </a:ext>
            </a:extLst>
          </p:cNvPr>
          <p:cNvSpPr/>
          <p:nvPr userDrawn="1"/>
        </p:nvSpPr>
        <p:spPr>
          <a:xfrm>
            <a:off x="523457" y="3566159"/>
            <a:ext cx="6788944" cy="9780707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00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80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3590057"/>
            <a:ext cx="6831033" cy="5990088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9636813"/>
            <a:ext cx="6831033" cy="3150046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27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3833390"/>
            <a:ext cx="3366016" cy="91368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3833390"/>
            <a:ext cx="3366016" cy="91368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92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766681"/>
            <a:ext cx="6831033" cy="278337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3530053"/>
            <a:ext cx="3350547" cy="1730025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5260078"/>
            <a:ext cx="3350547" cy="77367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3530053"/>
            <a:ext cx="3367048" cy="1730025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5260078"/>
            <a:ext cx="3367048" cy="77367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64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79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90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960014"/>
            <a:ext cx="2554418" cy="336005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2073367"/>
            <a:ext cx="4009519" cy="10233485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320064"/>
            <a:ext cx="2554418" cy="800345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36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960014"/>
            <a:ext cx="2554418" cy="336005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2073367"/>
            <a:ext cx="4009519" cy="10233485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320064"/>
            <a:ext cx="2554418" cy="800345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32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99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766678"/>
            <a:ext cx="1707758" cy="1220351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766678"/>
            <a:ext cx="5024274" cy="1220351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666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766681"/>
            <a:ext cx="6831033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3833390"/>
            <a:ext cx="6831033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13346867"/>
            <a:ext cx="178200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CEB5A-C7C4-4934-AE8E-BE8AA61EF573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13346867"/>
            <a:ext cx="267301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13346867"/>
            <a:ext cx="178200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5A720-737C-42D8-9478-33F0ECCA6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75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kumimoji="1"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kumimoji="1"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kumimoji="1"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E2CA04-8733-3396-7FD1-CAB102F6EC44}"/>
              </a:ext>
            </a:extLst>
          </p:cNvPr>
          <p:cNvSpPr txBox="1"/>
          <p:nvPr/>
        </p:nvSpPr>
        <p:spPr>
          <a:xfrm>
            <a:off x="0" y="1273046"/>
            <a:ext cx="7920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N-キルゴUかなO" panose="02000600000000000000" pitchFamily="2" charset="-128"/>
                <a:ea typeface="GN-キルゴUかなO" panose="02000600000000000000" pitchFamily="2" charset="-128"/>
                <a:cs typeface="+mn-cs"/>
              </a:rPr>
              <a:t>Normal</a:t>
            </a:r>
            <a:endParaRPr kumimoji="1" lang="ja-JP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N-キルゴUかなO" panose="02000600000000000000" pitchFamily="2" charset="-128"/>
              <a:ea typeface="GN-キルゴUかなO" panose="02000600000000000000" pitchFamily="2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93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2C05-8479-576A-5037-D1198059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270DA6-2B52-B6B6-DF33-98626A8D01EF}"/>
              </a:ext>
            </a:extLst>
          </p:cNvPr>
          <p:cNvSpPr txBox="1"/>
          <p:nvPr/>
        </p:nvSpPr>
        <p:spPr>
          <a:xfrm>
            <a:off x="0" y="1273046"/>
            <a:ext cx="7920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N-キルゴUかなO" panose="02000600000000000000" pitchFamily="2" charset="-128"/>
                <a:ea typeface="GN-キルゴUかなO" panose="02000600000000000000" pitchFamily="2" charset="-128"/>
                <a:cs typeface="+mn-cs"/>
              </a:rPr>
              <a:t>Easy</a:t>
            </a:r>
            <a:endParaRPr kumimoji="1" lang="ja-JP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N-キルゴUかなO" panose="02000600000000000000" pitchFamily="2" charset="-128"/>
              <a:ea typeface="GN-キルゴUかなO" panose="02000600000000000000" pitchFamily="2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6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69E1-B4DB-F5C0-694B-0FECF9FB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503D99-8C55-1BC9-B561-700733A4FD0A}"/>
              </a:ext>
            </a:extLst>
          </p:cNvPr>
          <p:cNvSpPr txBox="1"/>
          <p:nvPr/>
        </p:nvSpPr>
        <p:spPr>
          <a:xfrm>
            <a:off x="0" y="1273046"/>
            <a:ext cx="7920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N-キルゴUかなO" panose="02000600000000000000" pitchFamily="2" charset="-128"/>
                <a:ea typeface="GN-キルゴUかなO" panose="02000600000000000000" pitchFamily="2" charset="-128"/>
                <a:cs typeface="+mn-cs"/>
              </a:rPr>
              <a:t>Hard</a:t>
            </a:r>
            <a:endParaRPr kumimoji="1" lang="ja-JP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N-キルゴUかなO" panose="02000600000000000000" pitchFamily="2" charset="-128"/>
              <a:ea typeface="GN-キルゴUかなO" panose="02000600000000000000" pitchFamily="2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94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509F-7DA6-775E-2C66-F40014A3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41D897-F2D4-A9B5-513F-E3795133FEA2}"/>
              </a:ext>
            </a:extLst>
          </p:cNvPr>
          <p:cNvSpPr txBox="1"/>
          <p:nvPr/>
        </p:nvSpPr>
        <p:spPr>
          <a:xfrm>
            <a:off x="0" y="1273046"/>
            <a:ext cx="7920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N-キルゴUかなO" panose="02000600000000000000" pitchFamily="2" charset="-128"/>
                <a:ea typeface="GN-キルゴUかなO" panose="02000600000000000000" pitchFamily="2" charset="-128"/>
                <a:cs typeface="+mn-cs"/>
              </a:rPr>
              <a:t>Hell</a:t>
            </a:r>
            <a:endParaRPr kumimoji="1" lang="ja-JP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N-キルゴUかなO" panose="02000600000000000000" pitchFamily="2" charset="-128"/>
              <a:ea typeface="GN-キルゴUかなO" panose="02000600000000000000" pitchFamily="2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90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</Words>
  <Application>Microsoft Office PowerPoint</Application>
  <PresentationFormat>ユーザー設定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GN-キルゴUかなO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髙橋 正人</dc:creator>
  <cp:lastModifiedBy>髙橋 正人</cp:lastModifiedBy>
  <cp:revision>1</cp:revision>
  <dcterms:created xsi:type="dcterms:W3CDTF">2026-03-10T07:26:29Z</dcterms:created>
  <dcterms:modified xsi:type="dcterms:W3CDTF">2026-03-10T07:32:48Z</dcterms:modified>
</cp:coreProperties>
</file>